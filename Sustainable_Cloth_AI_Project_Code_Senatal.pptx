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Cloth AI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AI-inspired software project for Sustainable Development</a:t>
            </a:r>
          </a:p>
          <a:p/>
          <a:p>
            <a:r>
              <a:t>Created by: Code Senatal</a:t>
            </a:r>
          </a:p>
          <a:p>
            <a:r>
              <a:t>Technology: Python, Tkinter, AI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do not know whether old clothes are recyclable or not.</a:t>
            </a:r>
          </a:p>
          <a:p>
            <a:r>
              <a:t>Manual decision-making is confusing and inaccurate.</a:t>
            </a:r>
          </a:p>
          <a:p>
            <a:r>
              <a:t>Need an intelligent software-based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cloth sustainability automatically</a:t>
            </a:r>
          </a:p>
          <a:p>
            <a:r>
              <a:t>• Minimize user input</a:t>
            </a:r>
          </a:p>
          <a:p>
            <a:r>
              <a:t>• Support Sustainable Development Goals</a:t>
            </a:r>
          </a:p>
          <a:p>
            <a:r>
              <a:t>• Provide AI-based decision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cloth image</a:t>
            </a:r>
          </a:p>
          <a:p>
            <a:r>
              <a:t>2. User selects textile type</a:t>
            </a:r>
          </a:p>
          <a:p>
            <a:r>
              <a:t>3. AI logic analyzes image quality</a:t>
            </a:r>
          </a:p>
          <a:p>
            <a:r>
              <a:t>4. System calculates recycle percentage automatically</a:t>
            </a:r>
          </a:p>
          <a:p>
            <a:r>
              <a:t>5. Final decision is displayed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Logic Used (Important)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uses AI-simulated logic.</a:t>
            </a:r>
          </a:p>
          <a:p/>
          <a:p>
            <a:r>
              <a:t>• Image brightness is analyzed</a:t>
            </a:r>
          </a:p>
          <a:p>
            <a:r>
              <a:t>• Textile sustainability data is applied</a:t>
            </a:r>
          </a:p>
          <a:p>
            <a:r>
              <a:t>• Recyclability percentage is calculated automatically</a:t>
            </a:r>
          </a:p>
          <a:p/>
          <a:p>
            <a:r>
              <a:t>This avoids manual input and human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Analyzes cloth condition from image</a:t>
            </a:r>
          </a:p>
          <a:p>
            <a:r>
              <a:t>• Estimates recyclable percentage</a:t>
            </a:r>
          </a:p>
          <a:p>
            <a:r>
              <a:t>• Calculates carbon footprint</a:t>
            </a:r>
          </a:p>
          <a:p>
            <a:r>
              <a:t>• Gives sustainability verdict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Does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 does not use heavy ML models</a:t>
            </a:r>
          </a:p>
          <a:p>
            <a:r>
              <a:t>• It does not require internet</a:t>
            </a:r>
          </a:p>
          <a:p>
            <a:r>
              <a:t>• It does not collect personal data</a:t>
            </a:r>
          </a:p>
          <a:p/>
          <a:p>
            <a:r>
              <a:t>This makes the system lightweight and secure.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Tkinter (GUI)</a:t>
            </a:r>
          </a:p>
          <a:p>
            <a:r>
              <a:t>• Pillow (Image processing)</a:t>
            </a:r>
          </a:p>
          <a:p>
            <a:r>
              <a:t>• NumPy (Image analysis)</a:t>
            </a:r>
          </a:p>
          <a:p>
            <a:r>
              <a:t>• SQLite (Local database)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Development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Encourages recycling</a:t>
            </a:r>
          </a:p>
          <a:p>
            <a:r>
              <a:t>• Reduces textile waste</a:t>
            </a:r>
          </a:p>
          <a:p>
            <a:r>
              <a:t>• Promotes eco-friendly decisions</a:t>
            </a:r>
          </a:p>
          <a:p>
            <a:r>
              <a:t>• Supports green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 Machine Learning models</a:t>
            </a:r>
          </a:p>
          <a:p>
            <a:r>
              <a:t>• Mobile application version</a:t>
            </a:r>
          </a:p>
          <a:p>
            <a:r>
              <a:t>• Cloud-based AI</a:t>
            </a:r>
          </a:p>
          <a:p>
            <a:r>
              <a:t>• Government &amp; NGO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AI-inspired software</a:t>
            </a:r>
          </a:p>
          <a:p>
            <a:r>
              <a:t>can support Sustainable Development.</a:t>
            </a:r>
          </a:p>
          <a:p/>
          <a:p>
            <a:r>
              <a:t>Simple, efficient, and impactful.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by Code Senatal</a:t>
            </a:r>
          </a:p>
          <a:p/>
          <a:p>
            <a:r>
              <a:t>Sustainable Development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